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3CF884-EE4D-4C5F-A8B7-CDD018E79969}">
  <a:tblStyle styleId="{F83CF884-EE4D-4C5F-A8B7-CDD018E799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bd3dc0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bd3dc0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e693d47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e693d4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e693d47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3e693d4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bd3dc0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6bd3dc0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6bd3dc05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6bd3dc0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6bd3dc05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6bd3dc05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cfd2070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3cfd2070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6bd3dc0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6bd3dc0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cfd207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cfd207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bd3dc05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6bd3dc05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bd3dc05a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6bd3dc05a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6bd3dc05a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6bd3dc05a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TEC498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ALTO NÍVEL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diagrama-alto-nivel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496" y="0"/>
            <a:ext cx="72747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PINAGE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822" y="160377"/>
            <a:ext cx="6715125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SIGNIFICADO DOS LEDS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Modo Normal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LED 2 - Perigo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LED 1 - Invasão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LED 0 - Alerta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Modo Diagnóstico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LED 3 - MSB, LED 0 - LSB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Modo Manutenção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Todos os LEDs acendem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89"/>
              <a:t>DESENHO CONVERSOR BINÁRIO/CÓDIGO DE ALERTA</a:t>
            </a:r>
            <a:endParaRPr sz="268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Desenho_Conversor_aler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200" y="1017725"/>
            <a:ext cx="2945450" cy="40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/>
              <a:t>DESENHO </a:t>
            </a:r>
            <a:r>
              <a:rPr lang="pt-BR" sz="2020"/>
              <a:t>CODIFICADOR - CÓDIGO DE ALERTA/LEDS DE ALERTA</a:t>
            </a:r>
            <a:endParaRPr sz="1820"/>
          </a:p>
        </p:txBody>
      </p:sp>
      <p:pic>
        <p:nvPicPr>
          <p:cNvPr id="86" name="Google Shape;86;p18" title="Codificador_Alerta_L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225" y="1150550"/>
            <a:ext cx="546680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pt-BR" sz="2420"/>
              <a:t>DESENHO </a:t>
            </a:r>
            <a:r>
              <a:rPr lang="pt-BR" sz="2420"/>
              <a:t>CODIFICADOR - BINÁRIO / DISPLAY HEXADECIMAL</a:t>
            </a:r>
            <a:endParaRPr sz="2220"/>
          </a:p>
        </p:txBody>
      </p:sp>
      <p:pic>
        <p:nvPicPr>
          <p:cNvPr id="92" name="Google Shape;92;p19" title="Codificador_Hexa_Disp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475" y="1085050"/>
            <a:ext cx="2566851" cy="395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DESENHO CODIFICADOR - ALERTA / DISPLAY</a:t>
            </a:r>
            <a:endParaRPr/>
          </a:p>
        </p:txBody>
      </p:sp>
      <p:pic>
        <p:nvPicPr>
          <p:cNvPr id="98" name="Google Shape;98;p20" title="Desenho_codificador_Alerta_Disp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275" y="1086325"/>
            <a:ext cx="4669751" cy="405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DESENHO MULTIPLEXAÇÃO - Mux 4 entradas/1 saída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 title="Mu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346450"/>
            <a:ext cx="54864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MULTIPLEXAÇÃO - Mux - Leds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 title="pequenomu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200" y="1017725"/>
            <a:ext cx="4731975" cy="40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 DE TESTES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Modo Normal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Uma combinação de entradas para cada código de alerta: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M1M0 = 00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7" name="Google Shape;117;p23"/>
          <p:cNvGraphicFramePr/>
          <p:nvPr/>
        </p:nvGraphicFramePr>
        <p:xfrm>
          <a:off x="952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{F83CF884-EE4D-4C5F-A8B7-CDD018E79969}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N: 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L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0011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I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0001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T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0100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H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0101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G:1000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C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A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1111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 DE TESTES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Modo Diagnóstico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M1M0 = 01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4" name="Google Shape;124;p24"/>
          <p:cNvGraphicFramePr/>
          <p:nvPr/>
        </p:nvGraphicFramePr>
        <p:xfrm>
          <a:off x="952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{F83CF884-EE4D-4C5F-A8B7-CDD018E79969}</a:tableStyleId>
              </a:tblPr>
              <a:tblGrid>
                <a:gridCol w="3339350"/>
                <a:gridCol w="3339350"/>
              </a:tblGrid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B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6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0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8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1:0001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7:0000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E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1110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lang="pt-BR" sz="1800">
                          <a:solidFill>
                            <a:schemeClr val="dk2"/>
                          </a:solidFill>
                        </a:rPr>
                        <a:t>: 1111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 DE TESTES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Modo Manutenção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M1M0 = 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Modo Emergência Forçada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M1M0 = 11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